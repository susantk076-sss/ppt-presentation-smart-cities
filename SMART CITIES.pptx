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A47"/>
    <a:srgbClr val="23A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3F7CCF-7660-4EFE-AEAE-9E7F6EF3CCB3}" v="5" dt="2026-10-08T18:03:07.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om Sharma" userId="a78fc1e685d68025" providerId="LiveId" clId="{D7FC3D0F-697E-457E-B85A-7632F6435776}"/>
    <pc:docChg chg="custSel addSld modSld">
      <pc:chgData name="Hariom Sharma" userId="a78fc1e685d68025" providerId="LiveId" clId="{D7FC3D0F-697E-457E-B85A-7632F6435776}" dt="2026-10-08T18:03:07.363" v="230"/>
      <pc:docMkLst>
        <pc:docMk/>
      </pc:docMkLst>
      <pc:sldChg chg="modSp mod modTransition">
        <pc:chgData name="Hariom Sharma" userId="a78fc1e685d68025" providerId="LiveId" clId="{D7FC3D0F-697E-457E-B85A-7632F6435776}" dt="2026-10-08T17:51:02.074" v="41"/>
        <pc:sldMkLst>
          <pc:docMk/>
          <pc:sldMk cId="1129782538" sldId="260"/>
        </pc:sldMkLst>
        <pc:spChg chg="mod">
          <ac:chgData name="Hariom Sharma" userId="a78fc1e685d68025" providerId="LiveId" clId="{D7FC3D0F-697E-457E-B85A-7632F6435776}" dt="2026-10-08T17:49:23.461" v="38" actId="115"/>
          <ac:spMkLst>
            <pc:docMk/>
            <pc:sldMk cId="1129782538" sldId="260"/>
            <ac:spMk id="2" creationId="{AAB84222-6ECD-D068-F342-800D2D4CEAA0}"/>
          </ac:spMkLst>
        </pc:spChg>
        <pc:spChg chg="mod">
          <ac:chgData name="Hariom Sharma" userId="a78fc1e685d68025" providerId="LiveId" clId="{D7FC3D0F-697E-457E-B85A-7632F6435776}" dt="2026-10-08T17:50:29.994" v="40" actId="27636"/>
          <ac:spMkLst>
            <pc:docMk/>
            <pc:sldMk cId="1129782538" sldId="260"/>
            <ac:spMk id="3" creationId="{44ED7B43-5272-F8DA-0DA2-F69467C02881}"/>
          </ac:spMkLst>
        </pc:spChg>
      </pc:sldChg>
      <pc:sldChg chg="addSp modSp new mod modTransition">
        <pc:chgData name="Hariom Sharma" userId="a78fc1e685d68025" providerId="LiveId" clId="{D7FC3D0F-697E-457E-B85A-7632F6435776}" dt="2026-10-08T17:54:46.883" v="91"/>
        <pc:sldMkLst>
          <pc:docMk/>
          <pc:sldMk cId="1173447315" sldId="261"/>
        </pc:sldMkLst>
        <pc:spChg chg="mod">
          <ac:chgData name="Hariom Sharma" userId="a78fc1e685d68025" providerId="LiveId" clId="{D7FC3D0F-697E-457E-B85A-7632F6435776}" dt="2026-10-08T17:52:32.441" v="80" actId="115"/>
          <ac:spMkLst>
            <pc:docMk/>
            <pc:sldMk cId="1173447315" sldId="261"/>
            <ac:spMk id="2" creationId="{B3B97E27-E1D8-5061-9813-744B7EDA6C2D}"/>
          </ac:spMkLst>
        </pc:spChg>
        <pc:spChg chg="mod">
          <ac:chgData name="Hariom Sharma" userId="a78fc1e685d68025" providerId="LiveId" clId="{D7FC3D0F-697E-457E-B85A-7632F6435776}" dt="2026-10-08T17:53:23.915" v="82" actId="27636"/>
          <ac:spMkLst>
            <pc:docMk/>
            <pc:sldMk cId="1173447315" sldId="261"/>
            <ac:spMk id="3" creationId="{279C1732-1A74-260B-5CF1-7A5375AC886C}"/>
          </ac:spMkLst>
        </pc:spChg>
        <pc:picChg chg="add mod">
          <ac:chgData name="Hariom Sharma" userId="a78fc1e685d68025" providerId="LiveId" clId="{D7FC3D0F-697E-457E-B85A-7632F6435776}" dt="2026-10-08T17:54:30.393" v="90" actId="1440"/>
          <ac:picMkLst>
            <pc:docMk/>
            <pc:sldMk cId="1173447315" sldId="261"/>
            <ac:picMk id="5" creationId="{5B6FC340-425C-66FB-A7E2-DEB449A5EBBE}"/>
          </ac:picMkLst>
        </pc:picChg>
      </pc:sldChg>
      <pc:sldChg chg="modSp new mod modTransition">
        <pc:chgData name="Hariom Sharma" userId="a78fc1e685d68025" providerId="LiveId" clId="{D7FC3D0F-697E-457E-B85A-7632F6435776}" dt="2026-10-08T17:57:08.197" v="131"/>
        <pc:sldMkLst>
          <pc:docMk/>
          <pc:sldMk cId="1935986838" sldId="262"/>
        </pc:sldMkLst>
        <pc:spChg chg="mod">
          <ac:chgData name="Hariom Sharma" userId="a78fc1e685d68025" providerId="LiveId" clId="{D7FC3D0F-697E-457E-B85A-7632F6435776}" dt="2026-10-08T17:55:28.247" v="123" actId="122"/>
          <ac:spMkLst>
            <pc:docMk/>
            <pc:sldMk cId="1935986838" sldId="262"/>
            <ac:spMk id="2" creationId="{35061F35-78CB-30F2-702E-13D3B945B889}"/>
          </ac:spMkLst>
        </pc:spChg>
        <pc:spChg chg="mod">
          <ac:chgData name="Hariom Sharma" userId="a78fc1e685d68025" providerId="LiveId" clId="{D7FC3D0F-697E-457E-B85A-7632F6435776}" dt="2026-10-08T17:56:46.133" v="130" actId="27636"/>
          <ac:spMkLst>
            <pc:docMk/>
            <pc:sldMk cId="1935986838" sldId="262"/>
            <ac:spMk id="3" creationId="{724FFC2A-B270-64A8-791A-730816C47D32}"/>
          </ac:spMkLst>
        </pc:spChg>
      </pc:sldChg>
      <pc:sldChg chg="addSp modSp new mod modTransition">
        <pc:chgData name="Hariom Sharma" userId="a78fc1e685d68025" providerId="LiveId" clId="{D7FC3D0F-697E-457E-B85A-7632F6435776}" dt="2026-10-08T18:01:30.158" v="198"/>
        <pc:sldMkLst>
          <pc:docMk/>
          <pc:sldMk cId="3616304997" sldId="263"/>
        </pc:sldMkLst>
        <pc:spChg chg="mod">
          <ac:chgData name="Hariom Sharma" userId="a78fc1e685d68025" providerId="LiveId" clId="{D7FC3D0F-697E-457E-B85A-7632F6435776}" dt="2026-10-08T17:57:58.009" v="162" actId="122"/>
          <ac:spMkLst>
            <pc:docMk/>
            <pc:sldMk cId="3616304997" sldId="263"/>
            <ac:spMk id="2" creationId="{D062B260-3510-0DDF-CCBD-635AB65D506B}"/>
          </ac:spMkLst>
        </pc:spChg>
        <pc:spChg chg="mod">
          <ac:chgData name="Hariom Sharma" userId="a78fc1e685d68025" providerId="LiveId" clId="{D7FC3D0F-697E-457E-B85A-7632F6435776}" dt="2026-10-08T18:00:03.315" v="191" actId="404"/>
          <ac:spMkLst>
            <pc:docMk/>
            <pc:sldMk cId="3616304997" sldId="263"/>
            <ac:spMk id="3" creationId="{8F2A9709-D2F0-17F6-945D-883A4D44AB74}"/>
          </ac:spMkLst>
        </pc:spChg>
        <pc:picChg chg="add mod">
          <ac:chgData name="Hariom Sharma" userId="a78fc1e685d68025" providerId="LiveId" clId="{D7FC3D0F-697E-457E-B85A-7632F6435776}" dt="2026-10-08T18:01:08.036" v="197" actId="1076"/>
          <ac:picMkLst>
            <pc:docMk/>
            <pc:sldMk cId="3616304997" sldId="263"/>
            <ac:picMk id="5" creationId="{8C16E585-9471-CAD8-F271-CCC7E20AC6F7}"/>
          </ac:picMkLst>
        </pc:picChg>
      </pc:sldChg>
      <pc:sldChg chg="modSp new mod modTransition">
        <pc:chgData name="Hariom Sharma" userId="a78fc1e685d68025" providerId="LiveId" clId="{D7FC3D0F-697E-457E-B85A-7632F6435776}" dt="2026-10-08T18:03:07.363" v="230"/>
        <pc:sldMkLst>
          <pc:docMk/>
          <pc:sldMk cId="1658361485" sldId="264"/>
        </pc:sldMkLst>
        <pc:spChg chg="mod">
          <ac:chgData name="Hariom Sharma" userId="a78fc1e685d68025" providerId="LiveId" clId="{D7FC3D0F-697E-457E-B85A-7632F6435776}" dt="2026-10-08T18:02:49.271" v="229" actId="14100"/>
          <ac:spMkLst>
            <pc:docMk/>
            <pc:sldMk cId="1658361485" sldId="264"/>
            <ac:spMk id="2" creationId="{D608D7FB-427D-100B-0540-D1A621E84AB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6426B-58CB-70D8-C697-EAC6F9D18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0F2571-064D-49C2-2227-93D3F261A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A75981-A635-4FB9-926A-4C36385762BA}"/>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16111201-58FD-444F-9214-DFABB4DA6F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749DA8-C95A-5DAF-0101-2A600849A1C9}"/>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286106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AC1B-0B6D-74E3-749F-19F77675C8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A47760-DD08-E76B-88B9-C3E6D1D7A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5272C6-41C6-E705-075C-F63D79748453}"/>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8EC1B2EF-BF0A-17AB-B6F1-7C1874F720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63E409-B8A6-3BB5-EC48-27C0B2E3245A}"/>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3636876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95FA5-632B-1071-2173-341715973A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54D329-654A-8B1F-4A6A-B7DE98B074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658137-772B-61A2-4F14-2BD5078BA358}"/>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5467D295-67C1-315A-097E-D324240E7A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AB85C-C8AF-89F1-1E41-D2F395EAED4C}"/>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1700384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161A8-7C56-F74C-4A80-04892B43D2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D8214A-FD58-7BC4-98D7-B52D418000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7B4BD3-F5D7-DD8B-2016-1EA94D7262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75409D0-8A54-1FEF-7ADE-E0E6A6270C09}"/>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6" name="Footer Placeholder 5">
            <a:extLst>
              <a:ext uri="{FF2B5EF4-FFF2-40B4-BE49-F238E27FC236}">
                <a16:creationId xmlns:a16="http://schemas.microsoft.com/office/drawing/2014/main" id="{E63DE50D-2E0B-8484-7F1B-2BEF624DE5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181708-DF76-1A40-E144-7E993F3298CF}"/>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1323962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25F47-1E6F-DB4D-06EE-A3A6886744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4914E6-1B53-E703-AB17-F891BDA94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DE7E3A-B58F-0407-C8EF-36CC02E313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3769D8-01BE-B35B-923E-0F639E9E1D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1B9550-4E15-2E19-F7FC-A5BF6A154B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F1637B-3AFA-3588-C879-C04C49579883}"/>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8" name="Footer Placeholder 7">
            <a:extLst>
              <a:ext uri="{FF2B5EF4-FFF2-40B4-BE49-F238E27FC236}">
                <a16:creationId xmlns:a16="http://schemas.microsoft.com/office/drawing/2014/main" id="{A46B2E94-84BF-D780-D41C-B77C58CF58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0E3E1D-9855-B8AC-A456-4EDC12AC41DC}"/>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217473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DF31E-A31F-1913-456C-361E20DB24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CE3F6B-B885-B576-5895-C3F1703B8BFB}"/>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4" name="Footer Placeholder 3">
            <a:extLst>
              <a:ext uri="{FF2B5EF4-FFF2-40B4-BE49-F238E27FC236}">
                <a16:creationId xmlns:a16="http://schemas.microsoft.com/office/drawing/2014/main" id="{A412E08D-B8F7-15F2-C03F-7FC7AAC922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730631-A22A-3070-165C-4AEF9CFA9ABD}"/>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3816099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5C4A9-3146-CB8E-498C-2F835343EFB2}"/>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3" name="Footer Placeholder 2">
            <a:extLst>
              <a:ext uri="{FF2B5EF4-FFF2-40B4-BE49-F238E27FC236}">
                <a16:creationId xmlns:a16="http://schemas.microsoft.com/office/drawing/2014/main" id="{CF748925-536A-1FCE-1681-AB042E9F30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DEBCCA-39CF-A177-D1BE-676773E18CF1}"/>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29721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7F4C-BEC6-9101-AAF9-103DE615F8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1BFE7C-6AF2-904D-8EB0-BE71A090E8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554DB9-B645-C553-7280-3B9ED7F6C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48216-8357-76BE-33AE-8FBA6CBFE47E}"/>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6" name="Footer Placeholder 5">
            <a:extLst>
              <a:ext uri="{FF2B5EF4-FFF2-40B4-BE49-F238E27FC236}">
                <a16:creationId xmlns:a16="http://schemas.microsoft.com/office/drawing/2014/main" id="{091CF5EE-5C69-4849-7A6A-C646E3670D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290FAE-AB6A-30B1-4620-DF0BC763965D}"/>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332269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4DB8-73FD-FF09-D748-7DEBF4063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DB0C95-FABB-6BFF-C8B2-17D8F17397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5B3239-3150-6497-3088-D1CD1D2E93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7E5BB-D91A-CBC2-221E-34C256A864B7}"/>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6" name="Footer Placeholder 5">
            <a:extLst>
              <a:ext uri="{FF2B5EF4-FFF2-40B4-BE49-F238E27FC236}">
                <a16:creationId xmlns:a16="http://schemas.microsoft.com/office/drawing/2014/main" id="{A18A701F-5C28-01F6-1F93-9ED913F386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58DE23-0509-CB1E-939D-05B2C1FCA6E7}"/>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464071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37A-FD52-433D-00B3-BDF7F8D074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D48C16-8938-DAB2-E610-4D41524627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37EFD9-C613-A156-1C7B-ACFA09DCF1FA}"/>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4D9D4049-B6F2-532F-EA6A-0715D249D2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CCAAE7-9B10-6F6C-A9A9-82258FF210F5}"/>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824930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99EC33-E5EF-4E6B-3844-D294AE74B29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26F1B3-8572-DD3A-0032-8943175551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77680F-65D7-9C41-20E2-D387F90B3C14}"/>
              </a:ext>
            </a:extLst>
          </p:cNvPr>
          <p:cNvSpPr>
            <a:spLocks noGrp="1"/>
          </p:cNvSpPr>
          <p:nvPr>
            <p:ph type="dt" sz="half" idx="10"/>
          </p:nvPr>
        </p:nvSpPr>
        <p:spPr/>
        <p:txBody>
          <a:body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E9887635-7AC2-8C9D-F3FF-B661DFB7ED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BE1B7F-51F7-B5D3-9BB3-EAAE958CE9D9}"/>
              </a:ext>
            </a:extLst>
          </p:cNvPr>
          <p:cNvSpPr>
            <a:spLocks noGrp="1"/>
          </p:cNvSpPr>
          <p:nvPr>
            <p:ph type="sldNum" sz="quarter" idx="12"/>
          </p:nvPr>
        </p:nvSpPr>
        <p:spPr/>
        <p:txBody>
          <a:bodyPr/>
          <a:lstStyle/>
          <a:p>
            <a:fld id="{1FBCB0B0-5C5D-4263-8578-F4F00504E912}" type="slidenum">
              <a:rPr lang="en-IN" smtClean="0"/>
              <a:t>‹#›</a:t>
            </a:fld>
            <a:endParaRPr lang="en-IN"/>
          </a:p>
        </p:txBody>
      </p:sp>
    </p:spTree>
    <p:extLst>
      <p:ext uri="{BB962C8B-B14F-4D97-AF65-F5344CB8AC3E}">
        <p14:creationId xmlns:p14="http://schemas.microsoft.com/office/powerpoint/2010/main" val="488019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C7DCEA-56F4-2AE2-E064-F462065EEE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2DBCD6-4684-0614-E3FC-0F42E13E27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EE013A-BAEA-55F5-25A6-4B39E6B35C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36A74E-A09B-4653-A5B9-0C99E0531A12}" type="datetimeFigureOut">
              <a:rPr lang="en-IN" smtClean="0"/>
              <a:t>08-10-2026</a:t>
            </a:fld>
            <a:endParaRPr lang="en-IN"/>
          </a:p>
        </p:txBody>
      </p:sp>
      <p:sp>
        <p:nvSpPr>
          <p:cNvPr id="5" name="Footer Placeholder 4">
            <a:extLst>
              <a:ext uri="{FF2B5EF4-FFF2-40B4-BE49-F238E27FC236}">
                <a16:creationId xmlns:a16="http://schemas.microsoft.com/office/drawing/2014/main" id="{D214EB79-EDCB-D4FA-78D3-1AB8CFB284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791B8A8-8FDA-9ED2-A2AC-0C792FDEA9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BCB0B0-5C5D-4263-8578-F4F00504E912}" type="slidenum">
              <a:rPr lang="en-IN" smtClean="0"/>
              <a:t>‹#›</a:t>
            </a:fld>
            <a:endParaRPr lang="en-IN"/>
          </a:p>
        </p:txBody>
      </p:sp>
    </p:spTree>
    <p:extLst>
      <p:ext uri="{BB962C8B-B14F-4D97-AF65-F5344CB8AC3E}">
        <p14:creationId xmlns:p14="http://schemas.microsoft.com/office/powerpoint/2010/main" val="4147810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D1910-DBCC-13D3-5D72-B0DFB15C7844}"/>
              </a:ext>
            </a:extLst>
          </p:cNvPr>
          <p:cNvSpPr>
            <a:spLocks noGrp="1"/>
          </p:cNvSpPr>
          <p:nvPr>
            <p:ph type="title"/>
          </p:nvPr>
        </p:nvSpPr>
        <p:spPr>
          <a:xfrm>
            <a:off x="393290" y="365125"/>
            <a:ext cx="10960510" cy="3380965"/>
          </a:xfrm>
        </p:spPr>
        <p:txBody>
          <a:bodyPr>
            <a:noAutofit/>
          </a:bodyPr>
          <a:lstStyle/>
          <a:p>
            <a:pPr algn="ctr"/>
            <a:r>
              <a:rPr lang="en-US" sz="14000" dirty="0">
                <a:solidFill>
                  <a:schemeClr val="tx2"/>
                </a:solidFill>
              </a:rPr>
              <a:t>SMART CITIES</a:t>
            </a:r>
            <a:endParaRPr lang="en-IN" sz="14000" dirty="0">
              <a:solidFill>
                <a:schemeClr val="tx2"/>
              </a:solidFill>
            </a:endParaRPr>
          </a:p>
        </p:txBody>
      </p:sp>
    </p:spTree>
    <p:extLst>
      <p:ext uri="{BB962C8B-B14F-4D97-AF65-F5344CB8AC3E}">
        <p14:creationId xmlns:p14="http://schemas.microsoft.com/office/powerpoint/2010/main" val="13961450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1B930-1F99-E049-E185-44410DFCF6F8}"/>
              </a:ext>
            </a:extLst>
          </p:cNvPr>
          <p:cNvSpPr>
            <a:spLocks noGrp="1"/>
          </p:cNvSpPr>
          <p:nvPr>
            <p:ph type="title"/>
          </p:nvPr>
        </p:nvSpPr>
        <p:spPr/>
        <p:txBody>
          <a:bodyPr>
            <a:normAutofit/>
          </a:bodyPr>
          <a:lstStyle/>
          <a:p>
            <a:r>
              <a:rPr lang="en-US" sz="5400" dirty="0">
                <a:solidFill>
                  <a:schemeClr val="tx2"/>
                </a:solidFill>
              </a:rPr>
              <a:t>Introduction to Smart Cities</a:t>
            </a:r>
            <a:endParaRPr lang="en-IN" sz="5400" dirty="0">
              <a:solidFill>
                <a:schemeClr val="tx2"/>
              </a:solidFill>
            </a:endParaRPr>
          </a:p>
        </p:txBody>
      </p:sp>
      <p:sp>
        <p:nvSpPr>
          <p:cNvPr id="3" name="Content Placeholder 2">
            <a:extLst>
              <a:ext uri="{FF2B5EF4-FFF2-40B4-BE49-F238E27FC236}">
                <a16:creationId xmlns:a16="http://schemas.microsoft.com/office/drawing/2014/main" id="{72B5C29B-C3C9-E2E0-4D3C-A6EEAF0AF336}"/>
              </a:ext>
            </a:extLst>
          </p:cNvPr>
          <p:cNvSpPr>
            <a:spLocks noGrp="1"/>
          </p:cNvSpPr>
          <p:nvPr>
            <p:ph idx="1"/>
          </p:nvPr>
        </p:nvSpPr>
        <p:spPr>
          <a:xfrm>
            <a:off x="838200" y="1825625"/>
            <a:ext cx="6309852" cy="4351338"/>
          </a:xfrm>
        </p:spPr>
        <p:txBody>
          <a:bodyPr/>
          <a:lstStyle/>
          <a:p>
            <a:pPr>
              <a:lnSpc>
                <a:spcPct val="100000"/>
              </a:lnSpc>
            </a:pPr>
            <a:r>
              <a:rPr lang="en-US" dirty="0"/>
              <a:t>A smart city is an urban area that uses digital technologies, communication networks, and data-driven solutions to improve the quality of life of its citizens. It aims to make city services more efficient, sustainable, and responsive by integrating technology into infrastructure, transportation, energy, healthcare, and governance.</a:t>
            </a:r>
            <a:endParaRPr lang="en-IN" dirty="0"/>
          </a:p>
        </p:txBody>
      </p:sp>
      <p:pic>
        <p:nvPicPr>
          <p:cNvPr id="5" name="Picture 4">
            <a:extLst>
              <a:ext uri="{FF2B5EF4-FFF2-40B4-BE49-F238E27FC236}">
                <a16:creationId xmlns:a16="http://schemas.microsoft.com/office/drawing/2014/main" id="{9732F272-9C62-13EE-CFEF-48F3F18C7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5704" y="1376081"/>
            <a:ext cx="3664974" cy="2625213"/>
          </a:xfrm>
          <a:prstGeom prst="rect">
            <a:avLst/>
          </a:prstGeom>
        </p:spPr>
      </p:pic>
    </p:spTree>
    <p:extLst>
      <p:ext uri="{BB962C8B-B14F-4D97-AF65-F5344CB8AC3E}">
        <p14:creationId xmlns:p14="http://schemas.microsoft.com/office/powerpoint/2010/main" val="261905533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74EA-F4EA-268F-4A46-3D42870C5F52}"/>
              </a:ext>
            </a:extLst>
          </p:cNvPr>
          <p:cNvSpPr>
            <a:spLocks noGrp="1"/>
          </p:cNvSpPr>
          <p:nvPr>
            <p:ph type="title"/>
          </p:nvPr>
        </p:nvSpPr>
        <p:spPr/>
        <p:txBody>
          <a:bodyPr>
            <a:normAutofit/>
          </a:bodyPr>
          <a:lstStyle/>
          <a:p>
            <a:pPr algn="ctr"/>
            <a:r>
              <a:rPr lang="en-US" sz="5400" u="sng" dirty="0">
                <a:solidFill>
                  <a:schemeClr val="tx2"/>
                </a:solidFill>
              </a:rPr>
              <a:t>Evolution of Urban </a:t>
            </a:r>
            <a:r>
              <a:rPr lang="en-US" sz="5400" u="sng" dirty="0" err="1">
                <a:solidFill>
                  <a:schemeClr val="tx2"/>
                </a:solidFill>
              </a:rPr>
              <a:t>Devlopment</a:t>
            </a:r>
            <a:endParaRPr lang="en-IN" sz="5400" u="sng" dirty="0">
              <a:solidFill>
                <a:schemeClr val="tx2"/>
              </a:solidFill>
            </a:endParaRPr>
          </a:p>
        </p:txBody>
      </p:sp>
      <p:sp>
        <p:nvSpPr>
          <p:cNvPr id="3" name="Content Placeholder 2">
            <a:extLst>
              <a:ext uri="{FF2B5EF4-FFF2-40B4-BE49-F238E27FC236}">
                <a16:creationId xmlns:a16="http://schemas.microsoft.com/office/drawing/2014/main" id="{0E1EE9E2-C140-0440-9779-45AA6B74A0C3}"/>
              </a:ext>
            </a:extLst>
          </p:cNvPr>
          <p:cNvSpPr>
            <a:spLocks noGrp="1"/>
          </p:cNvSpPr>
          <p:nvPr>
            <p:ph idx="1"/>
          </p:nvPr>
        </p:nvSpPr>
        <p:spPr>
          <a:xfrm>
            <a:off x="530942" y="1543665"/>
            <a:ext cx="10515600" cy="3814916"/>
          </a:xfrm>
        </p:spPr>
        <p:txBody>
          <a:bodyPr>
            <a:normAutofit/>
          </a:bodyPr>
          <a:lstStyle/>
          <a:p>
            <a:pPr algn="ctr">
              <a:lnSpc>
                <a:spcPct val="100000"/>
              </a:lnSpc>
            </a:pPr>
            <a:r>
              <a:rPr lang="en-US" sz="3200" dirty="0"/>
              <a:t>Cities have evolved from traditional settlements to modern urban </a:t>
            </a:r>
            <a:r>
              <a:rPr lang="en-US" sz="3200" dirty="0" err="1"/>
              <a:t>centre</a:t>
            </a:r>
            <a:r>
              <a:rPr lang="en-US" sz="3200" dirty="0"/>
              <a:t>. With rapid population growth and technological advancements, cities face challenges such as traffic congestion, pollution, and resource scarcity. Smart cities emerged as a solution to address these issues through innovation and intelligent management systems.</a:t>
            </a:r>
            <a:endParaRPr lang="en-IN" sz="3200" dirty="0"/>
          </a:p>
        </p:txBody>
      </p:sp>
    </p:spTree>
    <p:extLst>
      <p:ext uri="{BB962C8B-B14F-4D97-AF65-F5344CB8AC3E}">
        <p14:creationId xmlns:p14="http://schemas.microsoft.com/office/powerpoint/2010/main" val="402494756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6A61-DDE5-7590-02EC-D99737B3EA74}"/>
              </a:ext>
            </a:extLst>
          </p:cNvPr>
          <p:cNvSpPr>
            <a:spLocks noGrp="1"/>
          </p:cNvSpPr>
          <p:nvPr>
            <p:ph type="title"/>
          </p:nvPr>
        </p:nvSpPr>
        <p:spPr/>
        <p:txBody>
          <a:bodyPr>
            <a:normAutofit/>
          </a:bodyPr>
          <a:lstStyle/>
          <a:p>
            <a:r>
              <a:rPr lang="en-US" sz="5400" dirty="0">
                <a:solidFill>
                  <a:schemeClr val="tx2"/>
                </a:solidFill>
              </a:rPr>
              <a:t>Components of Smart Cities</a:t>
            </a:r>
            <a:endParaRPr lang="en-IN" sz="5400" dirty="0">
              <a:solidFill>
                <a:schemeClr val="tx2"/>
              </a:solidFill>
            </a:endParaRPr>
          </a:p>
        </p:txBody>
      </p:sp>
      <p:sp>
        <p:nvSpPr>
          <p:cNvPr id="3" name="Content Placeholder 2">
            <a:extLst>
              <a:ext uri="{FF2B5EF4-FFF2-40B4-BE49-F238E27FC236}">
                <a16:creationId xmlns:a16="http://schemas.microsoft.com/office/drawing/2014/main" id="{E9B94277-1CAB-00A2-4558-E05DF624D57B}"/>
              </a:ext>
            </a:extLst>
          </p:cNvPr>
          <p:cNvSpPr>
            <a:spLocks noGrp="1"/>
          </p:cNvSpPr>
          <p:nvPr>
            <p:ph idx="1"/>
          </p:nvPr>
        </p:nvSpPr>
        <p:spPr/>
        <p:txBody>
          <a:bodyPr/>
          <a:lstStyle/>
          <a:p>
            <a:r>
              <a:rPr lang="en-US" dirty="0"/>
              <a:t>Smart </a:t>
            </a:r>
            <a:r>
              <a:rPr lang="en-US" dirty="0" err="1"/>
              <a:t>Governce</a:t>
            </a:r>
            <a:endParaRPr lang="en-US" dirty="0"/>
          </a:p>
          <a:p>
            <a:r>
              <a:rPr lang="en-US" dirty="0"/>
              <a:t>Smart Transportation</a:t>
            </a:r>
          </a:p>
          <a:p>
            <a:r>
              <a:rPr lang="en-US" dirty="0"/>
              <a:t>Smart Energy</a:t>
            </a:r>
          </a:p>
          <a:p>
            <a:r>
              <a:rPr lang="en-US" dirty="0"/>
              <a:t>Smart Healthcare</a:t>
            </a:r>
          </a:p>
          <a:p>
            <a:r>
              <a:rPr lang="en-US" dirty="0"/>
              <a:t>Smart Education</a:t>
            </a:r>
          </a:p>
          <a:p>
            <a:r>
              <a:rPr lang="en-US" dirty="0"/>
              <a:t>Smart Water Management</a:t>
            </a:r>
            <a:endParaRPr lang="en-IN" dirty="0"/>
          </a:p>
        </p:txBody>
      </p:sp>
      <p:pic>
        <p:nvPicPr>
          <p:cNvPr id="5" name="Picture 4">
            <a:extLst>
              <a:ext uri="{FF2B5EF4-FFF2-40B4-BE49-F238E27FC236}">
                <a16:creationId xmlns:a16="http://schemas.microsoft.com/office/drawing/2014/main" id="{FDF07A65-D5D4-83EF-5E35-C50990C6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606" y="1477962"/>
            <a:ext cx="4071901" cy="270387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36810951"/>
      </p:ext>
    </p:ext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4222-6ECD-D068-F342-800D2D4CEAA0}"/>
              </a:ext>
            </a:extLst>
          </p:cNvPr>
          <p:cNvSpPr>
            <a:spLocks noGrp="1"/>
          </p:cNvSpPr>
          <p:nvPr>
            <p:ph type="title"/>
          </p:nvPr>
        </p:nvSpPr>
        <p:spPr/>
        <p:txBody>
          <a:bodyPr>
            <a:normAutofit/>
          </a:bodyPr>
          <a:lstStyle/>
          <a:p>
            <a:pPr algn="ctr"/>
            <a:r>
              <a:rPr lang="en-US" sz="5400" u="sng" dirty="0">
                <a:solidFill>
                  <a:schemeClr val="tx2"/>
                </a:solidFill>
              </a:rPr>
              <a:t>Characteristics</a:t>
            </a:r>
            <a:r>
              <a:rPr lang="en-US" sz="6000" u="sng" dirty="0">
                <a:solidFill>
                  <a:schemeClr val="tx2"/>
                </a:solidFill>
              </a:rPr>
              <a:t> of Smart Cities </a:t>
            </a:r>
            <a:endParaRPr lang="en-IN" sz="6000" u="sng" dirty="0">
              <a:solidFill>
                <a:schemeClr val="tx2"/>
              </a:solidFill>
            </a:endParaRPr>
          </a:p>
        </p:txBody>
      </p:sp>
      <p:sp>
        <p:nvSpPr>
          <p:cNvPr id="3" name="Content Placeholder 2">
            <a:extLst>
              <a:ext uri="{FF2B5EF4-FFF2-40B4-BE49-F238E27FC236}">
                <a16:creationId xmlns:a16="http://schemas.microsoft.com/office/drawing/2014/main" id="{44ED7B43-5272-F8DA-0DA2-F69467C02881}"/>
              </a:ext>
            </a:extLst>
          </p:cNvPr>
          <p:cNvSpPr>
            <a:spLocks noGrp="1"/>
          </p:cNvSpPr>
          <p:nvPr>
            <p:ph idx="1"/>
          </p:nvPr>
        </p:nvSpPr>
        <p:spPr/>
        <p:txBody>
          <a:bodyPr>
            <a:normAutofit fontScale="85000" lnSpcReduction="20000"/>
          </a:bodyPr>
          <a:lstStyle/>
          <a:p>
            <a:r>
              <a:rPr lang="en-US" dirty="0"/>
              <a:t>1. Technology-driven infrastructure</a:t>
            </a:r>
          </a:p>
          <a:p>
            <a:endParaRPr lang="en-US" dirty="0"/>
          </a:p>
          <a:p>
            <a:r>
              <a:rPr lang="en-US" dirty="0"/>
              <a:t>2. Efficient resource utilization</a:t>
            </a:r>
          </a:p>
          <a:p>
            <a:endParaRPr lang="en-US" dirty="0"/>
          </a:p>
          <a:p>
            <a:r>
              <a:rPr lang="en-US" dirty="0"/>
              <a:t>3. Sustainable development</a:t>
            </a:r>
          </a:p>
          <a:p>
            <a:endParaRPr lang="en-US" dirty="0"/>
          </a:p>
          <a:p>
            <a:r>
              <a:rPr lang="en-US" dirty="0"/>
              <a:t>4. Citizen participation</a:t>
            </a:r>
          </a:p>
          <a:p>
            <a:endParaRPr lang="en-US" dirty="0"/>
          </a:p>
          <a:p>
            <a:r>
              <a:rPr lang="en-US" dirty="0"/>
              <a:t>5. Data-driven decision making</a:t>
            </a:r>
          </a:p>
          <a:p>
            <a:endParaRPr lang="en-US" dirty="0"/>
          </a:p>
          <a:p>
            <a:r>
              <a:rPr lang="en-US" dirty="0"/>
              <a:t>6. Improved public services</a:t>
            </a:r>
            <a:endParaRPr lang="en-IN" dirty="0"/>
          </a:p>
        </p:txBody>
      </p:sp>
    </p:spTree>
    <p:extLst>
      <p:ext uri="{BB962C8B-B14F-4D97-AF65-F5344CB8AC3E}">
        <p14:creationId xmlns:p14="http://schemas.microsoft.com/office/powerpoint/2010/main" val="11297825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97E27-E1D8-5061-9813-744B7EDA6C2D}"/>
              </a:ext>
            </a:extLst>
          </p:cNvPr>
          <p:cNvSpPr>
            <a:spLocks noGrp="1"/>
          </p:cNvSpPr>
          <p:nvPr>
            <p:ph type="title"/>
          </p:nvPr>
        </p:nvSpPr>
        <p:spPr/>
        <p:txBody>
          <a:bodyPr>
            <a:normAutofit/>
          </a:bodyPr>
          <a:lstStyle/>
          <a:p>
            <a:pPr algn="ctr"/>
            <a:r>
              <a:rPr lang="en-US" sz="5400" u="sng" dirty="0">
                <a:solidFill>
                  <a:schemeClr val="tx2"/>
                </a:solidFill>
              </a:rPr>
              <a:t>Technologies Used in Smart Cities</a:t>
            </a:r>
            <a:endParaRPr lang="en-IN" sz="5400" u="sng" dirty="0">
              <a:solidFill>
                <a:schemeClr val="tx2"/>
              </a:solidFill>
            </a:endParaRPr>
          </a:p>
        </p:txBody>
      </p:sp>
      <p:sp>
        <p:nvSpPr>
          <p:cNvPr id="3" name="Content Placeholder 2">
            <a:extLst>
              <a:ext uri="{FF2B5EF4-FFF2-40B4-BE49-F238E27FC236}">
                <a16:creationId xmlns:a16="http://schemas.microsoft.com/office/drawing/2014/main" id="{279C1732-1A74-260B-5CF1-7A5375AC886C}"/>
              </a:ext>
            </a:extLst>
          </p:cNvPr>
          <p:cNvSpPr>
            <a:spLocks noGrp="1"/>
          </p:cNvSpPr>
          <p:nvPr>
            <p:ph idx="1"/>
          </p:nvPr>
        </p:nvSpPr>
        <p:spPr/>
        <p:txBody>
          <a:bodyPr>
            <a:normAutofit fontScale="85000" lnSpcReduction="20000"/>
          </a:bodyPr>
          <a:lstStyle/>
          <a:p>
            <a:r>
              <a:rPr lang="en-US" dirty="0"/>
              <a:t>Internet of Things (IoT)</a:t>
            </a:r>
          </a:p>
          <a:p>
            <a:endParaRPr lang="en-US" dirty="0"/>
          </a:p>
          <a:p>
            <a:r>
              <a:rPr lang="en-US" dirty="0"/>
              <a:t>Artificial Intelligence (AI)</a:t>
            </a:r>
          </a:p>
          <a:p>
            <a:endParaRPr lang="en-US" dirty="0"/>
          </a:p>
          <a:p>
            <a:r>
              <a:rPr lang="en-US" dirty="0"/>
              <a:t>Big Data Analytics</a:t>
            </a:r>
          </a:p>
          <a:p>
            <a:endParaRPr lang="en-US" dirty="0"/>
          </a:p>
          <a:p>
            <a:r>
              <a:rPr lang="en-US" dirty="0"/>
              <a:t>Cloud Computing</a:t>
            </a:r>
          </a:p>
          <a:p>
            <a:endParaRPr lang="en-US" dirty="0"/>
          </a:p>
          <a:p>
            <a:r>
              <a:rPr lang="en-US" dirty="0"/>
              <a:t>5G Networks</a:t>
            </a:r>
          </a:p>
          <a:p>
            <a:endParaRPr lang="en-US" dirty="0"/>
          </a:p>
          <a:p>
            <a:r>
              <a:rPr lang="en-US" dirty="0"/>
              <a:t>Blockchain Technology</a:t>
            </a:r>
            <a:endParaRPr lang="en-IN" dirty="0"/>
          </a:p>
        </p:txBody>
      </p:sp>
      <p:pic>
        <p:nvPicPr>
          <p:cNvPr id="5" name="Picture 4">
            <a:extLst>
              <a:ext uri="{FF2B5EF4-FFF2-40B4-BE49-F238E27FC236}">
                <a16:creationId xmlns:a16="http://schemas.microsoft.com/office/drawing/2014/main" id="{5B6FC340-425C-66FB-A7E2-DEB449A5E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3213" y="1575466"/>
            <a:ext cx="5637238" cy="317263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17344731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61F35-78CB-30F2-702E-13D3B945B889}"/>
              </a:ext>
            </a:extLst>
          </p:cNvPr>
          <p:cNvSpPr>
            <a:spLocks noGrp="1"/>
          </p:cNvSpPr>
          <p:nvPr>
            <p:ph type="title"/>
          </p:nvPr>
        </p:nvSpPr>
        <p:spPr/>
        <p:txBody>
          <a:bodyPr>
            <a:normAutofit/>
          </a:bodyPr>
          <a:lstStyle/>
          <a:p>
            <a:pPr algn="ctr"/>
            <a:r>
              <a:rPr lang="en-US" sz="5400" u="sng" dirty="0">
                <a:solidFill>
                  <a:schemeClr val="tx2"/>
                </a:solidFill>
              </a:rPr>
              <a:t>Challenges of Smart Cities</a:t>
            </a:r>
            <a:endParaRPr lang="en-IN" sz="5400" u="sng" dirty="0">
              <a:solidFill>
                <a:schemeClr val="tx2"/>
              </a:solidFill>
            </a:endParaRPr>
          </a:p>
        </p:txBody>
      </p:sp>
      <p:sp>
        <p:nvSpPr>
          <p:cNvPr id="3" name="Content Placeholder 2">
            <a:extLst>
              <a:ext uri="{FF2B5EF4-FFF2-40B4-BE49-F238E27FC236}">
                <a16:creationId xmlns:a16="http://schemas.microsoft.com/office/drawing/2014/main" id="{724FFC2A-B270-64A8-791A-730816C47D32}"/>
              </a:ext>
            </a:extLst>
          </p:cNvPr>
          <p:cNvSpPr>
            <a:spLocks noGrp="1"/>
          </p:cNvSpPr>
          <p:nvPr>
            <p:ph idx="1"/>
          </p:nvPr>
        </p:nvSpPr>
        <p:spPr>
          <a:xfrm>
            <a:off x="838200" y="1825625"/>
            <a:ext cx="8994058" cy="2756207"/>
          </a:xfrm>
        </p:spPr>
        <p:txBody>
          <a:bodyPr>
            <a:normAutofit fontScale="92500" lnSpcReduction="10000"/>
          </a:bodyPr>
          <a:lstStyle/>
          <a:p>
            <a:r>
              <a:rPr lang="en-US" dirty="0"/>
              <a:t>Cities have evolved from traditional settlements to modern urban </a:t>
            </a:r>
            <a:r>
              <a:rPr lang="en-US" dirty="0" err="1"/>
              <a:t>centre</a:t>
            </a:r>
            <a:r>
              <a:rPr lang="en-US" dirty="0"/>
              <a:t>. With rapid population growth and technological advancements, cities face challenges such as traffic congestion, pollution, and resource scarcity. Smart</a:t>
            </a:r>
          </a:p>
          <a:p>
            <a:endParaRPr lang="en-US" dirty="0"/>
          </a:p>
          <a:p>
            <a:r>
              <a:rPr lang="en-US" dirty="0"/>
              <a:t>cities emerged as a solution to address these issues through innovation and intelligent management systems.</a:t>
            </a:r>
            <a:endParaRPr lang="en-IN" dirty="0"/>
          </a:p>
        </p:txBody>
      </p:sp>
    </p:spTree>
    <p:extLst>
      <p:ext uri="{BB962C8B-B14F-4D97-AF65-F5344CB8AC3E}">
        <p14:creationId xmlns:p14="http://schemas.microsoft.com/office/powerpoint/2010/main" val="1935986838"/>
      </p:ext>
    </p:extLst>
  </p:cSld>
  <p:clrMapOvr>
    <a:masterClrMapping/>
  </p:clrMapOvr>
  <p:transition spd="slow">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B260-3510-0DDF-CCBD-635AB65D506B}"/>
              </a:ext>
            </a:extLst>
          </p:cNvPr>
          <p:cNvSpPr>
            <a:spLocks noGrp="1"/>
          </p:cNvSpPr>
          <p:nvPr>
            <p:ph type="title"/>
          </p:nvPr>
        </p:nvSpPr>
        <p:spPr/>
        <p:txBody>
          <a:bodyPr>
            <a:normAutofit/>
          </a:bodyPr>
          <a:lstStyle/>
          <a:p>
            <a:pPr algn="ctr"/>
            <a:r>
              <a:rPr lang="en-US" sz="5400" u="sng" dirty="0">
                <a:solidFill>
                  <a:schemeClr val="tx2"/>
                </a:solidFill>
              </a:rPr>
              <a:t>Benefits of Smart Cities</a:t>
            </a:r>
            <a:endParaRPr lang="en-IN" sz="5400" u="sng" dirty="0">
              <a:solidFill>
                <a:schemeClr val="tx2"/>
              </a:solidFill>
            </a:endParaRPr>
          </a:p>
        </p:txBody>
      </p:sp>
      <p:sp>
        <p:nvSpPr>
          <p:cNvPr id="3" name="Content Placeholder 2">
            <a:extLst>
              <a:ext uri="{FF2B5EF4-FFF2-40B4-BE49-F238E27FC236}">
                <a16:creationId xmlns:a16="http://schemas.microsoft.com/office/drawing/2014/main" id="{8F2A9709-D2F0-17F6-945D-883A4D44AB74}"/>
              </a:ext>
            </a:extLst>
          </p:cNvPr>
          <p:cNvSpPr>
            <a:spLocks noGrp="1"/>
          </p:cNvSpPr>
          <p:nvPr>
            <p:ph idx="1"/>
          </p:nvPr>
        </p:nvSpPr>
        <p:spPr>
          <a:xfrm>
            <a:off x="2025444" y="1825625"/>
            <a:ext cx="9328355" cy="4073730"/>
          </a:xfrm>
        </p:spPr>
        <p:txBody>
          <a:bodyPr>
            <a:noAutofit/>
          </a:bodyPr>
          <a:lstStyle/>
          <a:p>
            <a:r>
              <a:rPr lang="en-US" sz="2400" dirty="0"/>
              <a:t>Improved quality of life</a:t>
            </a:r>
          </a:p>
          <a:p>
            <a:r>
              <a:rPr lang="en-US" sz="2400" dirty="0"/>
              <a:t>Better public services</a:t>
            </a:r>
          </a:p>
          <a:p>
            <a:r>
              <a:rPr lang="en-US" sz="2400" dirty="0"/>
              <a:t>Sustainable development</a:t>
            </a:r>
          </a:p>
          <a:p>
            <a:r>
              <a:rPr lang="en-US" sz="2400" dirty="0"/>
              <a:t>Reduced pollution</a:t>
            </a:r>
          </a:p>
          <a:p>
            <a:r>
              <a:rPr lang="en-US" sz="2400" dirty="0"/>
              <a:t>Enhanced safety and security</a:t>
            </a:r>
          </a:p>
          <a:p>
            <a:r>
              <a:rPr lang="en-US" sz="2400" dirty="0"/>
              <a:t>Efficient use of resources</a:t>
            </a:r>
          </a:p>
          <a:p>
            <a:r>
              <a:rPr lang="en-US" sz="2400" dirty="0"/>
              <a:t>Economic growth </a:t>
            </a:r>
            <a:r>
              <a:rPr lang="en-US" sz="2000" dirty="0"/>
              <a:t>opportunities</a:t>
            </a:r>
            <a:endParaRPr lang="en-IN" sz="2400" dirty="0"/>
          </a:p>
        </p:txBody>
      </p:sp>
      <p:pic>
        <p:nvPicPr>
          <p:cNvPr id="5" name="Picture 4">
            <a:extLst>
              <a:ext uri="{FF2B5EF4-FFF2-40B4-BE49-F238E27FC236}">
                <a16:creationId xmlns:a16="http://schemas.microsoft.com/office/drawing/2014/main" id="{8C16E585-9471-CAD8-F271-CCC7E20AC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3251" y="1432335"/>
            <a:ext cx="4710880" cy="3601782"/>
          </a:xfrm>
          <a:prstGeom prst="rect">
            <a:avLst/>
          </a:prstGeom>
        </p:spPr>
      </p:pic>
    </p:spTree>
    <p:extLst>
      <p:ext uri="{BB962C8B-B14F-4D97-AF65-F5344CB8AC3E}">
        <p14:creationId xmlns:p14="http://schemas.microsoft.com/office/powerpoint/2010/main" val="36163049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8D7FB-427D-100B-0540-D1A621E84AB8}"/>
              </a:ext>
            </a:extLst>
          </p:cNvPr>
          <p:cNvSpPr>
            <a:spLocks noGrp="1"/>
          </p:cNvSpPr>
          <p:nvPr>
            <p:ph type="title"/>
          </p:nvPr>
        </p:nvSpPr>
        <p:spPr>
          <a:xfrm>
            <a:off x="838200" y="365125"/>
            <a:ext cx="10515600" cy="2682875"/>
          </a:xfrm>
        </p:spPr>
        <p:txBody>
          <a:bodyPr>
            <a:noAutofit/>
          </a:bodyPr>
          <a:lstStyle/>
          <a:p>
            <a:pPr algn="ctr"/>
            <a:r>
              <a:rPr lang="en-US" sz="12000" b="1" dirty="0">
                <a:solidFill>
                  <a:schemeClr val="tx2"/>
                </a:solidFill>
              </a:rPr>
              <a:t>THANK</a:t>
            </a:r>
            <a:r>
              <a:rPr lang="en-US" sz="12000" dirty="0">
                <a:solidFill>
                  <a:schemeClr val="tx2"/>
                </a:solidFill>
              </a:rPr>
              <a:t> YOU</a:t>
            </a:r>
            <a:endParaRPr lang="en-IN" sz="12000" dirty="0">
              <a:solidFill>
                <a:schemeClr val="tx2"/>
              </a:solidFill>
            </a:endParaRPr>
          </a:p>
        </p:txBody>
      </p:sp>
    </p:spTree>
    <p:extLst>
      <p:ext uri="{BB962C8B-B14F-4D97-AF65-F5344CB8AC3E}">
        <p14:creationId xmlns:p14="http://schemas.microsoft.com/office/powerpoint/2010/main" val="165836148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271</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SMART CITIES</vt:lpstr>
      <vt:lpstr>Introduction to Smart Cities</vt:lpstr>
      <vt:lpstr>Evolution of Urban Devlopment</vt:lpstr>
      <vt:lpstr>Components of Smart Cities</vt:lpstr>
      <vt:lpstr>Characteristics of Smart Cities </vt:lpstr>
      <vt:lpstr>Technologies Used in Smart Cities</vt:lpstr>
      <vt:lpstr>Challenges of Smart Cities</vt:lpstr>
      <vt:lpstr>Benefits of Smart Cities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Hariom Sharma</dc:creator>
  <cp:lastModifiedBy>Hariom Sharma</cp:lastModifiedBy>
  <cp:revision>1</cp:revision>
  <dcterms:created xsi:type="dcterms:W3CDTF">2026-10-06T18:16:52Z</dcterms:created>
  <dcterms:modified xsi:type="dcterms:W3CDTF">2026-10-08T18:03:16Z</dcterms:modified>
</cp:coreProperties>
</file>